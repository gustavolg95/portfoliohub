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font" Target="fonts/OpenSans-regular.fntdata"/><Relationship Id="rId13" Type="http://schemas.openxmlformats.org/officeDocument/2006/relationships/font" Target="fonts/Montserrat-regular.fntdata"/><Relationship Id="rId24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69d4d549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569d4d549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569d4d549_0_1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569d4d549_0_1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569d4d549_0_1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569d4d549_0_1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569d4d549_0_2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569d4d549_0_2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569d4d549_0_2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569d4d549_0_2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569d4d549_0_2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569d4d549_0_2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ustavolg95.github.io/streaming_CarrosFlix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r.linkedin.com/in/gustavo-lisboa-gon%C3%A7alves-b103603ab" TargetMode="External"/><Relationship Id="rId4" Type="http://schemas.openxmlformats.org/officeDocument/2006/relationships/hyperlink" Target="https://github.com/Gustavolg9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Gustavo Lisboa Gonçalves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Portfólio Profissional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Ciência de Dados • Machine Learning • Desenvolvimento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052550" y="465950"/>
            <a:ext cx="7038900" cy="914100"/>
          </a:xfrm>
          <a:prstGeom prst="rect">
            <a:avLst/>
          </a:prstGeom>
        </p:spPr>
        <p:txBody>
          <a:bodyPr anchorCtr="0" anchor="t" bIns="95975" lIns="95975" spcFirstLastPara="1" rIns="95975" wrap="square" tIns="959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19"/>
              <a:t>Sobre Mim</a:t>
            </a:r>
            <a:endParaRPr b="1" sz="2519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052550" y="1380038"/>
            <a:ext cx="3403200" cy="2911200"/>
          </a:xfrm>
          <a:prstGeom prst="rect">
            <a:avLst/>
          </a:prstGeom>
        </p:spPr>
        <p:txBody>
          <a:bodyPr anchorCtr="0" anchor="t" bIns="104525" lIns="104525" spcFirstLastPara="1" rIns="104525" wrap="square" tIns="1045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Sou apaixonado por:</a:t>
            </a:r>
            <a:endParaRPr sz="1486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372"/>
              </a:spcBef>
              <a:spcAft>
                <a:spcPts val="0"/>
              </a:spcAft>
              <a:buNone/>
            </a:pP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🖥️ Tecnologia</a:t>
            </a:r>
            <a:endParaRPr sz="1486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372"/>
              </a:spcBef>
              <a:spcAft>
                <a:spcPts val="0"/>
              </a:spcAft>
              <a:buNone/>
            </a:pP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🎸 M</a:t>
            </a: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úsica (violonista)</a:t>
            </a:r>
            <a:endParaRPr sz="1486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372"/>
              </a:spcBef>
              <a:spcAft>
                <a:spcPts val="0"/>
              </a:spcAft>
              <a:buNone/>
            </a:pP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🚗 C</a:t>
            </a: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arros esportivos</a:t>
            </a:r>
            <a:endParaRPr sz="1486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372"/>
              </a:spcBef>
              <a:spcAft>
                <a:spcPts val="0"/>
              </a:spcAft>
              <a:buNone/>
            </a:pP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🛫 </a:t>
            </a: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Viagens</a:t>
            </a:r>
            <a:endParaRPr sz="1486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372"/>
              </a:spcBef>
              <a:spcAft>
                <a:spcPts val="1372"/>
              </a:spcAft>
              <a:buNone/>
            </a:pP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🎥 </a:t>
            </a:r>
            <a:r>
              <a:rPr lang="pt-BR" sz="1486">
                <a:latin typeface="Open Sans"/>
                <a:ea typeface="Open Sans"/>
                <a:cs typeface="Open Sans"/>
                <a:sym typeface="Open Sans"/>
              </a:rPr>
              <a:t>Filmes</a:t>
            </a:r>
            <a:endParaRPr sz="1486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3">
            <a:alphaModFix/>
          </a:blip>
          <a:srcRect b="0" l="0" r="41131" t="12641"/>
          <a:stretch/>
        </p:blipFill>
        <p:spPr>
          <a:xfrm>
            <a:off x="7372475" y="3087875"/>
            <a:ext cx="1230851" cy="136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4">
            <a:alphaModFix/>
          </a:blip>
          <a:srcRect b="5150" l="0" r="10937" t="0"/>
          <a:stretch/>
        </p:blipFill>
        <p:spPr>
          <a:xfrm>
            <a:off x="5100799" y="1509000"/>
            <a:ext cx="1815551" cy="144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 rotWithShape="1">
          <a:blip r:embed="rId5">
            <a:alphaModFix/>
          </a:blip>
          <a:srcRect b="0" l="0" r="18798" t="0"/>
          <a:stretch/>
        </p:blipFill>
        <p:spPr>
          <a:xfrm>
            <a:off x="5100788" y="3047812"/>
            <a:ext cx="1977025" cy="136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 rotWithShape="1">
          <a:blip r:embed="rId6">
            <a:alphaModFix/>
          </a:blip>
          <a:srcRect b="12757" l="4238" r="4238" t="23867"/>
          <a:stretch/>
        </p:blipFill>
        <p:spPr>
          <a:xfrm>
            <a:off x="7077801" y="1509000"/>
            <a:ext cx="1568849" cy="144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0013" y="1506249"/>
            <a:ext cx="1636611" cy="29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052550" y="435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/>
              <a:t>Habilidades Técnicas</a:t>
            </a:r>
            <a:endParaRPr b="1" sz="2500"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052550" y="1264850"/>
            <a:ext cx="3848100" cy="3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🔬 Ciência de Dados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- Python para análise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- Machine Learning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- Estatística aplicada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🔄 Versionamento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- Git e GitHub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- Branching e Merge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5847">
                <a:solidFill>
                  <a:srgbClr val="EAECF0"/>
                </a:solidFill>
                <a:latin typeface="Open Sans"/>
                <a:ea typeface="Open Sans"/>
                <a:cs typeface="Open Sans"/>
                <a:sym typeface="Open Sans"/>
              </a:rPr>
              <a:t>- Colaboração</a:t>
            </a:r>
            <a:endParaRPr sz="5847">
              <a:solidFill>
                <a:srgbClr val="EAEC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5"/>
          <p:cNvSpPr txBox="1"/>
          <p:nvPr>
            <p:ph idx="2" type="body"/>
          </p:nvPr>
        </p:nvSpPr>
        <p:spPr>
          <a:xfrm>
            <a:off x="4964975" y="1264850"/>
            <a:ext cx="3895500" cy="3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💻 Desenvolvimento Web 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- HTML5, CSS3, JavaScript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 - Front-End responsivo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 - Design moderno 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🔒 Segurança &amp; IA 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- Cibersegurança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- Automação com n8n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405">
                <a:latin typeface="Open Sans"/>
                <a:ea typeface="Open Sans"/>
                <a:cs typeface="Open Sans"/>
                <a:sym typeface="Open Sans"/>
              </a:rPr>
              <a:t>- Agentes de IA</a:t>
            </a:r>
            <a:endParaRPr sz="1405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052550" y="4149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Certificações</a:t>
            </a:r>
            <a:endParaRPr b="1"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1038450"/>
            <a:ext cx="2400476" cy="165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2500" y="1038450"/>
            <a:ext cx="2400476" cy="165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7525" y="1066000"/>
            <a:ext cx="2400476" cy="15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3825" y="3177150"/>
            <a:ext cx="2400475" cy="171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3075" y="3209998"/>
            <a:ext cx="2400476" cy="164694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052550" y="2663225"/>
            <a:ext cx="45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</a:rPr>
              <a:t>Imersão Agentes de IA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3777525" y="2663225"/>
            <a:ext cx="45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</a:rPr>
              <a:t>Introdução à Cibersegurança 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</a:rPr>
              <a:t>CEUB via Cisco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6502500" y="2690775"/>
            <a:ext cx="45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</a:rPr>
              <a:t>Introduction to Cybersecurity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</a:rPr>
              <a:t>Cisco Networking Academy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2353825" y="4856950"/>
            <a:ext cx="45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</a:rPr>
              <a:t> Git + GitHub Essencial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5243075" y="4856950"/>
            <a:ext cx="458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</a:rPr>
              <a:t>Imersão </a:t>
            </a:r>
            <a:r>
              <a:rPr b="1" lang="pt-BR" sz="1000">
                <a:solidFill>
                  <a:schemeClr val="lt1"/>
                </a:solidFill>
              </a:rPr>
              <a:t>Front-End com IA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1052550" y="4572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Front-end de site de streaming</a:t>
            </a:r>
            <a:endParaRPr b="1"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1007525" y="1126050"/>
            <a:ext cx="7969200" cy="3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Descrição: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Desenvolvimento completo utilizando VsCode e GitHub, demonstrando habilidades em web development e boas práticas de versionamento.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Tecnologias usadas: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HTML • CSS • JavaScript • VsCode • GitHub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Resultados: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✓ Site responsivo e funcional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✓ Código completo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400">
                <a:latin typeface="Open Sans"/>
                <a:ea typeface="Open Sans"/>
                <a:cs typeface="Open Sans"/>
                <a:sym typeface="Open Sans"/>
              </a:rPr>
              <a:t>Link do site: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lang="pt-BR" sz="1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https://gustavolg95.github.io/streaming_CarrosFlix/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/>
          <p:nvPr/>
        </p:nvSpPr>
        <p:spPr>
          <a:xfrm>
            <a:off x="3596875" y="3168375"/>
            <a:ext cx="1780800" cy="1680900"/>
          </a:xfrm>
          <a:prstGeom prst="rect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44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Aprendizado Contínuo</a:t>
            </a:r>
            <a:endParaRPr sz="1044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963"/>
              </a:spcBef>
              <a:spcAft>
                <a:spcPts val="963"/>
              </a:spcAft>
              <a:buNone/>
            </a:pPr>
            <a:r>
              <a:t/>
            </a:r>
            <a:endParaRPr sz="1044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1052550" y="4678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Competências Pessoais</a:t>
            </a:r>
            <a:endParaRPr b="1"/>
          </a:p>
        </p:txBody>
      </p:sp>
      <p:sp>
        <p:nvSpPr>
          <p:cNvPr id="181" name="Google Shape;181;p18"/>
          <p:cNvSpPr/>
          <p:nvPr/>
        </p:nvSpPr>
        <p:spPr>
          <a:xfrm>
            <a:off x="1265825" y="1258875"/>
            <a:ext cx="1780800" cy="1680900"/>
          </a:xfrm>
          <a:prstGeom prst="rect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44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Disciplina</a:t>
            </a:r>
            <a:endParaRPr sz="1044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963"/>
              </a:spcBef>
              <a:spcAft>
                <a:spcPts val="963"/>
              </a:spcAft>
              <a:buNone/>
            </a:pPr>
            <a:r>
              <a:rPr lang="pt-BR" sz="1044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Focado nos estudos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596875" y="1258875"/>
            <a:ext cx="1780800" cy="1680900"/>
          </a:xfrm>
          <a:prstGeom prst="rect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44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Resolução de Problemas</a:t>
            </a:r>
            <a:endParaRPr sz="1044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963"/>
              </a:spcBef>
              <a:spcAft>
                <a:spcPts val="963"/>
              </a:spcAft>
              <a:buNone/>
            </a:pPr>
            <a:r>
              <a:rPr lang="pt-BR" sz="1044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Pensamento analítico</a:t>
            </a:r>
            <a:endParaRPr sz="1044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927925" y="1258875"/>
            <a:ext cx="1780800" cy="1680900"/>
          </a:xfrm>
          <a:prstGeom prst="rect">
            <a:avLst/>
          </a:prstGeom>
          <a:noFill/>
          <a:ln cap="flat" cmpd="sng" w="1905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44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Trabalho em equipe</a:t>
            </a:r>
            <a:endParaRPr sz="1044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963"/>
              </a:spcBef>
              <a:spcAft>
                <a:spcPts val="963"/>
              </a:spcAft>
              <a:buNone/>
            </a:pPr>
            <a:r>
              <a:rPr lang="pt-BR" sz="1044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Comunicação efetiva</a:t>
            </a:r>
            <a:endParaRPr sz="1044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1052550" y="4995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Vamos Conversar?</a:t>
            </a:r>
            <a:endParaRPr b="1"/>
          </a:p>
        </p:txBody>
      </p:sp>
      <p:sp>
        <p:nvSpPr>
          <p:cNvPr id="189" name="Google Shape;189;p19"/>
          <p:cNvSpPr txBox="1"/>
          <p:nvPr/>
        </p:nvSpPr>
        <p:spPr>
          <a:xfrm>
            <a:off x="1716300" y="1299600"/>
            <a:ext cx="57114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</a:rPr>
              <a:t>📧E-mail: </a:t>
            </a:r>
            <a:r>
              <a:rPr lang="pt-BR" sz="2200">
                <a:solidFill>
                  <a:schemeClr val="lt1"/>
                </a:solidFill>
              </a:rPr>
              <a:t> lisboag.gustavo@gmail.com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</a:rPr>
              <a:t>💼 LinkedIn:</a:t>
            </a:r>
            <a:r>
              <a:rPr lang="pt-BR" sz="2200">
                <a:solidFill>
                  <a:schemeClr val="lt1"/>
                </a:solidFill>
              </a:rPr>
              <a:t> </a:t>
            </a:r>
            <a:r>
              <a:rPr lang="pt-BR" sz="2200" u="sng">
                <a:solidFill>
                  <a:schemeClr val="hlink"/>
                </a:solidFill>
                <a:hlinkClick r:id="rId3"/>
              </a:rPr>
              <a:t>Gustavo Lisboa Gonçalves</a:t>
            </a:r>
            <a:r>
              <a:rPr lang="pt-BR" sz="2200">
                <a:solidFill>
                  <a:schemeClr val="lt1"/>
                </a:solidFill>
              </a:rPr>
              <a:t>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</a:rPr>
              <a:t>💻 GitHub: </a:t>
            </a:r>
            <a:r>
              <a:rPr lang="pt-BR" sz="2200" u="sng">
                <a:solidFill>
                  <a:schemeClr val="hlink"/>
                </a:solidFill>
                <a:hlinkClick r:id="rId4"/>
              </a:rPr>
              <a:t>Gustavolg95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3725700" y="4402675"/>
            <a:ext cx="169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</a:rPr>
              <a:t>Obrigado!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28090"/>
      </a:accent1>
      <a:accent2>
        <a:srgbClr val="02C39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